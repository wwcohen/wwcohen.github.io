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7000f2fa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7000f2fa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68073e2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68073e2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68073e29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68073e2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68073e29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68073e29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68073e29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68073e29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68073e29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68073e29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7000f2fa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7000f2fa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68073e29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68073e29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68073e29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68073e2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huggingface.co/datasets/ReviewHub/Papers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PeerRead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Jixuan Leng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a model that accepts a raw manuscript and outputs: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detailed written review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Recommendation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Data Exploration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PeerRead: Limitations for Today’s Setting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Covers ICLR 2017, NeurIPS 2013–2017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representative of modern ML conferences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scale of submissions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topic distribution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writing style (LLM-assisted)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PDF parsing pipeline is outdated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Data Exploration - Cont.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Re-collected data via OpenReview API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ICLR 2018–2025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Use earliest available revisions for papers and reviews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to avoid decision leakage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Some revision histories are inaccessible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Store multiple formats: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JSON metadata + raw PDFs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cleaned Markdown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PDF processing pipeline: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parse with VLMs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remove author info and headers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strip references and appendices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ReviewHub/Papers · Datasets at Hugging Face</a:t>
            </a:r>
            <a:endParaRPr/>
          </a:p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102" y="1152477"/>
            <a:ext cx="390807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8625" y="2285400"/>
            <a:ext cx="3990806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" y="0"/>
            <a:ext cx="396867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8700" y="0"/>
            <a:ext cx="5212374" cy="2779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8700" y="2854725"/>
            <a:ext cx="5212376" cy="1836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Data Stats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4336"/>
            <a:ext cx="9144000" cy="2854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Results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67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7417"/>
            <a:ext cx="9144002" cy="2213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Initial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93094"/>
            <a:ext cx="9144000" cy="1357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Proposal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Two-stage training framework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SFT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Prompt</a:t>
            </a:r>
            <a:r>
              <a:rPr lang="en"/>
              <a:t> + paper manuscript (markdown)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Output: review + gold score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Synthetic reviews as labels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MSE as reward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Prompted version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